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6" r:id="rId8"/>
    <p:sldId id="259" r:id="rId9"/>
    <p:sldId id="260" r:id="rId10"/>
    <p:sldId id="261" r:id="rId11"/>
    <p:sldId id="262" r:id="rId12"/>
    <p:sldId id="267" r:id="rId13"/>
    <p:sldId id="266" r:id="rId14"/>
    <p:sldId id="265" r:id="rId15"/>
    <p:sldId id="277" r:id="rId16"/>
    <p:sldId id="279" r:id="rId17"/>
    <p:sldId id="278" r:id="rId18"/>
    <p:sldId id="280" r:id="rId19"/>
    <p:sldId id="285" r:id="rId20"/>
    <p:sldId id="284" r:id="rId21"/>
    <p:sldId id="283" r:id="rId22"/>
    <p:sldId id="282" r:id="rId23"/>
    <p:sldId id="286" r:id="rId24"/>
    <p:sldId id="29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D028B4-9C27-33CD-CB59-B5F7103F8A25}" v="2" dt="2024-01-24T05:50:15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RAJESH" userId="S::aryan.20211cit0143@presidencyuniversity.in::4bc42db5-6e66-46b6-af3b-4e53cb0cdf80" providerId="AD" clId="Web-{B502FC0D-DC0D-D221-7396-50B7DD161043}"/>
    <pc:docChg chg="modSld">
      <pc:chgData name="ARYAN RAJESH" userId="S::aryan.20211cit0143@presidencyuniversity.in::4bc42db5-6e66-46b6-af3b-4e53cb0cdf80" providerId="AD" clId="Web-{B502FC0D-DC0D-D221-7396-50B7DD161043}" dt="2024-01-21T21:04:36.535" v="1" actId="1076"/>
      <pc:docMkLst>
        <pc:docMk/>
      </pc:docMkLst>
      <pc:sldChg chg="modSp">
        <pc:chgData name="ARYAN RAJESH" userId="S::aryan.20211cit0143@presidencyuniversity.in::4bc42db5-6e66-46b6-af3b-4e53cb0cdf80" providerId="AD" clId="Web-{B502FC0D-DC0D-D221-7396-50B7DD161043}" dt="2024-01-21T21:04:36.535" v="1" actId="1076"/>
        <pc:sldMkLst>
          <pc:docMk/>
          <pc:sldMk cId="1272184905" sldId="285"/>
        </pc:sldMkLst>
        <pc:picChg chg="mod">
          <ac:chgData name="ARYAN RAJESH" userId="S::aryan.20211cit0143@presidencyuniversity.in::4bc42db5-6e66-46b6-af3b-4e53cb0cdf80" providerId="AD" clId="Web-{B502FC0D-DC0D-D221-7396-50B7DD161043}" dt="2024-01-21T21:04:36.535" v="1" actId="1076"/>
          <ac:picMkLst>
            <pc:docMk/>
            <pc:sldMk cId="1272184905" sldId="285"/>
            <ac:picMk id="3" creationId="{CE4A8875-F957-A483-03F8-7C31B1B52309}"/>
          </ac:picMkLst>
        </pc:picChg>
      </pc:sldChg>
    </pc:docChg>
  </pc:docChgLst>
  <pc:docChgLst>
    <pc:chgData name="RAGHU VEER V" userId="S::raghu.20211com0030@presidencyuniversity.in::14b8a672-2af6-4ff4-a2fe-1f77420b1f53" providerId="AD" clId="Web-{D23D40ED-B8F8-4C2D-AB97-825A87909F6D}"/>
    <pc:docChg chg="modSld">
      <pc:chgData name="RAGHU VEER V" userId="S::raghu.20211com0030@presidencyuniversity.in::14b8a672-2af6-4ff4-a2fe-1f77420b1f53" providerId="AD" clId="Web-{D23D40ED-B8F8-4C2D-AB97-825A87909F6D}" dt="2023-05-08T04:34:52.494" v="0" actId="1076"/>
      <pc:docMkLst>
        <pc:docMk/>
      </pc:docMkLst>
      <pc:sldChg chg="modSp">
        <pc:chgData name="RAGHU VEER V" userId="S::raghu.20211com0030@presidencyuniversity.in::14b8a672-2af6-4ff4-a2fe-1f77420b1f53" providerId="AD" clId="Web-{D23D40ED-B8F8-4C2D-AB97-825A87909F6D}" dt="2023-05-08T04:34:52.494" v="0" actId="1076"/>
        <pc:sldMkLst>
          <pc:docMk/>
          <pc:sldMk cId="2098943479" sldId="260"/>
        </pc:sldMkLst>
        <pc:picChg chg="mod">
          <ac:chgData name="RAGHU VEER V" userId="S::raghu.20211com0030@presidencyuniversity.in::14b8a672-2af6-4ff4-a2fe-1f77420b1f53" providerId="AD" clId="Web-{D23D40ED-B8F8-4C2D-AB97-825A87909F6D}" dt="2023-05-08T04:34:52.494" v="0" actId="1076"/>
          <ac:picMkLst>
            <pc:docMk/>
            <pc:sldMk cId="2098943479" sldId="260"/>
            <ac:picMk id="5" creationId="{666CF640-4E89-A2BB-CFDE-DD715A8FD7B0}"/>
          </ac:picMkLst>
        </pc:picChg>
      </pc:sldChg>
    </pc:docChg>
  </pc:docChgLst>
  <pc:docChgLst>
    <pc:chgData name="YADHUNANDHAN R" userId="S::yadhunandhan.20211cit0132@presidencyuniversity.in::75483eca-29b7-4ad9-b935-33f75640c85e" providerId="AD" clId="Web-{F2FEE06A-869C-4233-9251-D5AB7738E14D}"/>
    <pc:docChg chg="modSld">
      <pc:chgData name="YADHUNANDHAN R" userId="S::yadhunandhan.20211cit0132@presidencyuniversity.in::75483eca-29b7-4ad9-b935-33f75640c85e" providerId="AD" clId="Web-{F2FEE06A-869C-4233-9251-D5AB7738E14D}" dt="2024-01-21T17:33:48.621" v="0" actId="1076"/>
      <pc:docMkLst>
        <pc:docMk/>
      </pc:docMkLst>
      <pc:sldChg chg="modSp">
        <pc:chgData name="YADHUNANDHAN R" userId="S::yadhunandhan.20211cit0132@presidencyuniversity.in::75483eca-29b7-4ad9-b935-33f75640c85e" providerId="AD" clId="Web-{F2FEE06A-869C-4233-9251-D5AB7738E14D}" dt="2024-01-21T17:33:48.621" v="0" actId="1076"/>
        <pc:sldMkLst>
          <pc:docMk/>
          <pc:sldMk cId="2098943479" sldId="260"/>
        </pc:sldMkLst>
        <pc:picChg chg="mod">
          <ac:chgData name="YADHUNANDHAN R" userId="S::yadhunandhan.20211cit0132@presidencyuniversity.in::75483eca-29b7-4ad9-b935-33f75640c85e" providerId="AD" clId="Web-{F2FEE06A-869C-4233-9251-D5AB7738E14D}" dt="2024-01-21T17:33:48.621" v="0" actId="1076"/>
          <ac:picMkLst>
            <pc:docMk/>
            <pc:sldMk cId="2098943479" sldId="260"/>
            <ac:picMk id="5" creationId="{666CF640-4E89-A2BB-CFDE-DD715A8FD7B0}"/>
          </ac:picMkLst>
        </pc:picChg>
      </pc:sldChg>
    </pc:docChg>
  </pc:docChgLst>
  <pc:docChgLst>
    <pc:chgData name="Arshiya Lubna-Asst.Prof-SCSE" userId="S::arshiya.lubna@presidencyuniversity.in::81b33b6c-3da5-4a7f-8d9f-1c66b81020d5" providerId="AD" clId="Web-{E0D028B4-9C27-33CD-CB59-B5F7103F8A25}"/>
    <pc:docChg chg="modSld">
      <pc:chgData name="Arshiya Lubna-Asst.Prof-SCSE" userId="S::arshiya.lubna@presidencyuniversity.in::81b33b6c-3da5-4a7f-8d9f-1c66b81020d5" providerId="AD" clId="Web-{E0D028B4-9C27-33CD-CB59-B5F7103F8A25}" dt="2024-01-24T05:50:15.942" v="1"/>
      <pc:docMkLst>
        <pc:docMk/>
      </pc:docMkLst>
      <pc:sldChg chg="modSp">
        <pc:chgData name="Arshiya Lubna-Asst.Prof-SCSE" userId="S::arshiya.lubna@presidencyuniversity.in::81b33b6c-3da5-4a7f-8d9f-1c66b81020d5" providerId="AD" clId="Web-{E0D028B4-9C27-33CD-CB59-B5F7103F8A25}" dt="2024-01-24T05:50:15.942" v="1"/>
        <pc:sldMkLst>
          <pc:docMk/>
          <pc:sldMk cId="1272184905" sldId="285"/>
        </pc:sldMkLst>
        <pc:picChg chg="mod modCrop">
          <ac:chgData name="Arshiya Lubna-Asst.Prof-SCSE" userId="S::arshiya.lubna@presidencyuniversity.in::81b33b6c-3da5-4a7f-8d9f-1c66b81020d5" providerId="AD" clId="Web-{E0D028B4-9C27-33CD-CB59-B5F7103F8A25}" dt="2024-01-24T05:50:15.942" v="1"/>
          <ac:picMkLst>
            <pc:docMk/>
            <pc:sldMk cId="1272184905" sldId="285"/>
            <ac:picMk id="3" creationId="{CE4A8875-F957-A483-03F8-7C31B1B52309}"/>
          </ac:picMkLst>
        </pc:picChg>
      </pc:sldChg>
    </pc:docChg>
  </pc:docChgLst>
  <pc:docChgLst>
    <pc:chgData name="YADHUNANDHAN R" userId="S::yadhunandhan.20211cit0132@presidencyuniversity.in::75483eca-29b7-4ad9-b935-33f75640c85e" providerId="AD" clId="Web-{B55A4018-FBC8-4D3A-9761-D3EC8F986D9B}"/>
    <pc:docChg chg="modSld">
      <pc:chgData name="YADHUNANDHAN R" userId="S::yadhunandhan.20211cit0132@presidencyuniversity.in::75483eca-29b7-4ad9-b935-33f75640c85e" providerId="AD" clId="Web-{B55A4018-FBC8-4D3A-9761-D3EC8F986D9B}" dt="2024-01-21T18:52:39.774" v="0" actId="1076"/>
      <pc:docMkLst>
        <pc:docMk/>
      </pc:docMkLst>
      <pc:sldChg chg="modSp">
        <pc:chgData name="YADHUNANDHAN R" userId="S::yadhunandhan.20211cit0132@presidencyuniversity.in::75483eca-29b7-4ad9-b935-33f75640c85e" providerId="AD" clId="Web-{B55A4018-FBC8-4D3A-9761-D3EC8F986D9B}" dt="2024-01-21T18:52:39.774" v="0" actId="1076"/>
        <pc:sldMkLst>
          <pc:docMk/>
          <pc:sldMk cId="2098943479" sldId="260"/>
        </pc:sldMkLst>
        <pc:picChg chg="mod">
          <ac:chgData name="YADHUNANDHAN R" userId="S::yadhunandhan.20211cit0132@presidencyuniversity.in::75483eca-29b7-4ad9-b935-33f75640c85e" providerId="AD" clId="Web-{B55A4018-FBC8-4D3A-9761-D3EC8F986D9B}" dt="2024-01-21T18:52:39.774" v="0" actId="1076"/>
          <ac:picMkLst>
            <pc:docMk/>
            <pc:sldMk cId="2098943479" sldId="260"/>
            <ac:picMk id="5" creationId="{666CF640-4E89-A2BB-CFDE-DD715A8FD7B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2618-BCB5-226A-CACB-7A598E81B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9D377-C157-0F53-73DF-C4867DED9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3717E-2563-8E2F-C507-48337C71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88348-704F-502A-80ED-65446FDB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5A9AD-DC4E-F63E-8C46-5536EE6C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3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0542-E3DD-58FE-52BB-C170B7CC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F8CD2-CAED-8CB9-30A0-1148C2BA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98F6-31FC-7DD7-8556-18E177F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DEB00-53AB-3F36-40EA-E1F7FDA4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1A86C-59A0-3AC8-A406-11930762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34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0BB4-CCA0-74E3-786C-8EC90E32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08C2B-96FC-391D-680B-FBEF5ED64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406FF-DC7F-9966-5750-46309683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6D323-B250-9675-B71D-C6E5272F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556AA-1F42-6702-40D5-D01FA795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5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DBC1-E5CD-EA84-321D-175ABE94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5BF7-84FD-5FFA-9B49-884602AE5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789EB-A2CE-5A05-5EF2-62568BCF3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0E473-60E4-D248-AEB9-18E9189F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30D56-EF1A-5602-790D-D96F9B06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E1779-FB53-EBAE-473B-45093F70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61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EBFF-91F2-7A9A-BFB1-DFC33F83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50834-71BB-3EFA-6F26-0F3D6B484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8CE63-D9D1-5F3D-11CF-D332851F4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78BC2-A277-4503-8C73-7234AE47F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B2596-CFAB-536E-F7F3-805EE499E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A9D00-30F8-D0EE-1CF9-373DB895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54605-F16C-84D8-6B5A-71BBAB5C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74916-A06F-2CB2-2460-3F50CD67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99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204B-7DDC-AB7C-A353-3F869686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B6BB1-54F0-E6C9-4540-34A16BF0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8A840-5255-AF9D-75BF-C76AC160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B41D2-1124-51BA-217E-6D9DC2FD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03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7DF74-D520-4E6A-4FDB-72F0C31C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154BF-F6BE-CDA4-B2B8-75E340CC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6F974-3FF8-0A49-E184-DEBB4772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9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AC30-CA0E-7494-37A7-7798424A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35D97-C342-194A-24FC-7770EF4D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26959-0B80-81AE-10C6-B1EC2C791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1BA8B-1636-0619-F672-EE4E34E2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D660E-4D1D-639E-C0AF-9617C53A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91FD3-26B1-B73E-0F9A-0F9A39B7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8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C33-38E0-D951-47F8-FA95558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59156-D029-6828-4A55-7BB5C322B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10A02-873D-B427-F2FF-DE845A296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6DD60-761C-6895-9DCD-C01A6465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63F43-4E74-5791-7823-EC30F3E7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E1526-ABBC-91DA-E006-0D5875EC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0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CA49-5D84-7891-D150-6FDA4ED1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EE62D-6F09-7A99-FF3F-0AE84D067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BC196-2E74-7F3D-3C2B-2208E724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478A2-F977-960A-5417-8D242A68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DD57F-1A57-F840-9106-06D4FCC6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4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75255-49E3-68D9-A95A-5B8486FD7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DA9A7-BD1E-A481-DFCC-64180D42E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C333-ADF8-9F4F-B94E-D9658ADA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EFEC-FB75-9B60-2F7D-22C526213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048F4-296C-F6CE-B1EB-3454B3FF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0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5D96E2-A539-FA0B-371D-1E5642D2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E6B25-19DD-AC87-2196-2104A317A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44147-7425-A938-598F-DE371B892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0CC7-FFA4-4B41-8F4F-1C427257F85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3950C-7A64-B209-B9B1-1F9345B56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43F1F-D2B7-AC48-9625-1CCA11355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BBF35-909B-4934-A0F0-3AC10E876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6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E053-249F-4953-B158-690477583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631" y="199826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problem on decision tree using entropy and gain</a:t>
            </a:r>
            <a:endParaRPr lang="en-IN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9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E053-249F-4953-B158-690477583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18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ID3 Algorithm</a:t>
            </a:r>
            <a:endParaRPr lang="en-IN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7B3C1-C6B8-4B4E-9282-4FCD191C8806}"/>
              </a:ext>
            </a:extLst>
          </p:cNvPr>
          <p:cNvSpPr txBox="1"/>
          <p:nvPr/>
        </p:nvSpPr>
        <p:spPr>
          <a:xfrm>
            <a:off x="558265" y="2415744"/>
            <a:ext cx="1076104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500">
                <a:latin typeface="Times New Roman" panose="02020603050405020304" pitchFamily="18" charset="0"/>
              </a:rPr>
              <a:t>1. Invented by J. Ross Quinlan</a:t>
            </a:r>
          </a:p>
          <a:p>
            <a:pPr eaLnBrk="1" hangingPunct="1"/>
            <a:r>
              <a:rPr lang="en-US" altLang="en-US" sz="2500">
                <a:latin typeface="Times New Roman" panose="02020603050405020304" pitchFamily="18" charset="0"/>
              </a:rPr>
              <a:t>2. Employs a top-down greedy search through the space of possible decision trees.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</a:rPr>
              <a:t>3. Greedy because there is no backtracking. It picks the highest values first.</a:t>
            </a:r>
          </a:p>
          <a:p>
            <a:pPr eaLnBrk="1" hangingPunct="1"/>
            <a:r>
              <a:rPr lang="en-US" altLang="en-US" sz="2500">
                <a:latin typeface="Times New Roman" panose="02020603050405020304" pitchFamily="18" charset="0"/>
              </a:rPr>
              <a:t>4. Select the attribute that is most useful for classifying examples (the attribute that has the highest Information Gain).</a:t>
            </a:r>
          </a:p>
        </p:txBody>
      </p:sp>
    </p:spTree>
    <p:extLst>
      <p:ext uri="{BB962C8B-B14F-4D97-AF65-F5344CB8AC3E}">
        <p14:creationId xmlns:p14="http://schemas.microsoft.com/office/powerpoint/2010/main" val="211411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9E55-04C2-8440-F70F-DA103A78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50BD-47AB-3ACC-0068-B6171DF0A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77" y="13828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1. Find the entropy </a:t>
            </a:r>
          </a:p>
          <a:p>
            <a:pPr marL="0" indent="0">
              <a:buNone/>
            </a:pPr>
            <a:r>
              <a:rPr lang="en-US" sz="2000"/>
              <a:t>*Entropy for the entire dataset</a:t>
            </a:r>
          </a:p>
          <a:p>
            <a:pPr marL="0" indent="0">
              <a:buNone/>
            </a:pPr>
            <a:r>
              <a:rPr lang="en-US" sz="2000"/>
              <a:t>*Entropy for each attribute</a:t>
            </a:r>
          </a:p>
          <a:p>
            <a:pPr marL="0" indent="0">
              <a:buNone/>
            </a:pPr>
            <a:r>
              <a:rPr lang="en-US" sz="2000"/>
              <a:t>2. Find information gain  </a:t>
            </a:r>
          </a:p>
          <a:p>
            <a:pPr marL="0" indent="0">
              <a:buNone/>
            </a:pPr>
            <a:r>
              <a:rPr lang="en-US" sz="2000" b="1" i="1">
                <a:solidFill>
                  <a:srgbClr val="FF0000"/>
                </a:solidFill>
              </a:rPr>
              <a:t>The Formula for Entropy:</a:t>
            </a:r>
          </a:p>
          <a:p>
            <a:pPr marL="0" indent="0">
              <a:buNone/>
            </a:pPr>
            <a:r>
              <a:rPr lang="en-US" sz="3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Entropy(S)=  -P(yes)log2P(yes)-P(no)log2P(no)</a:t>
            </a:r>
          </a:p>
          <a:p>
            <a:pPr marL="0" indent="0">
              <a:buNone/>
            </a:pPr>
            <a:r>
              <a:rPr lang="en-US" sz="2000" b="1" i="1">
                <a:solidFill>
                  <a:srgbClr val="FF0000"/>
                </a:solidFill>
              </a:rPr>
              <a:t>The formula for information gain:</a:t>
            </a:r>
          </a:p>
          <a:p>
            <a:pPr marL="0" indent="0">
              <a:buNone/>
            </a:pPr>
            <a:endParaRPr lang="en-US" sz="2000" i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D71A0-3609-30C8-E11F-ED45A280B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454" y="4730851"/>
            <a:ext cx="6559550" cy="10731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139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BDAFF-FE5A-E24B-4440-344807C7D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P(YES)=P(YES)/P(YES)+P(NO)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P(NO)=P(N0)/P(NO)+P(YES)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80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94DEF2-3ED1-3EA9-123C-903CED8DA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48" y="500515"/>
            <a:ext cx="10299032" cy="58329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868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CF640-4E89-A2BB-CFDE-DD715A8FD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9" y="325981"/>
            <a:ext cx="11309686" cy="605429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9894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77C77-3B83-165C-0E20-CB28EFB49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4" y="519764"/>
            <a:ext cx="11309684" cy="594841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3336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AD6330-1811-4673-4174-6621749A1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2" y="693019"/>
            <a:ext cx="11020926" cy="54767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72855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813CB-7FF6-746F-2718-9977E9914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6" y="558265"/>
            <a:ext cx="10895798" cy="57655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4874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3FA9E-712A-7CAC-74C6-EB28DCD93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577517"/>
            <a:ext cx="10799545" cy="478375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012185-B77C-AD5C-C821-7DFAFE3C72A6}"/>
              </a:ext>
            </a:extLst>
          </p:cNvPr>
          <p:cNvSpPr txBox="1"/>
          <p:nvPr/>
        </p:nvSpPr>
        <p:spPr>
          <a:xfrm>
            <a:off x="596766" y="5900286"/>
            <a:ext cx="1120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NOTE: </a:t>
            </a:r>
            <a:r>
              <a:rPr lang="en-US"/>
              <a:t>As we can see gain is maximum for Outlook attribute so this will be consider as a root node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240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EF4A6-5809-A8A0-0B99-6A43E9D64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4" y="798897"/>
            <a:ext cx="10212405" cy="519764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3349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0D91-5BC3-73D2-633C-6BBFA112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0177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problem on decision tree using GINI INDEX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7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8943-0CD8-394E-6199-138BC178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CD3B-42BA-E62E-82A9-715BC7FD4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Find the Gini index for the entire dataset</a:t>
            </a:r>
          </a:p>
          <a:p>
            <a:pPr marL="0" indent="0">
              <a:buNone/>
            </a:pPr>
            <a:r>
              <a:rPr lang="en-US"/>
              <a:t>Find the Gini index for each attribute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Formula for Gini index:</a:t>
            </a:r>
          </a:p>
          <a:p>
            <a:pPr marL="0" indent="0">
              <a:buNone/>
            </a:pPr>
            <a:endParaRPr lang="en-IN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Giniform">
            <a:extLst>
              <a:ext uri="{FF2B5EF4-FFF2-40B4-BE49-F238E27FC236}">
                <a16:creationId xmlns:a16="http://schemas.microsoft.com/office/drawing/2014/main" id="{120740DC-62B6-A53C-4C2C-0604044E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95" y="3874769"/>
            <a:ext cx="4344202" cy="115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82F9ED-2C58-567B-9CF4-5DEF547C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48736"/>
            <a:ext cx="3333180" cy="152919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874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6D70-E1F3-35A7-87BB-099639EA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01" y="712269"/>
            <a:ext cx="8482902" cy="53516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87379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8B016D-A76D-4C60-C84C-92F0155C0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827773"/>
            <a:ext cx="9683016" cy="531314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9067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A8875-F957-A483-03F8-7C31B1B523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" r="104" b="-372"/>
          <a:stretch/>
        </p:blipFill>
        <p:spPr>
          <a:xfrm>
            <a:off x="1386038" y="759510"/>
            <a:ext cx="9903731" cy="55242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72184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048DF-0E6C-01CC-B099-431827803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702643"/>
            <a:ext cx="9991023" cy="546715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87884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12393-3000-E96C-5928-EC00AA3C7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48" y="770021"/>
            <a:ext cx="10664792" cy="54773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7604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62467C-9A17-7554-17B4-90342DB8F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44" y="647700"/>
            <a:ext cx="10347159" cy="5562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35595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CCDB7-2FFE-4FF5-D6CD-359090082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74" y="833437"/>
            <a:ext cx="10039149" cy="519112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08029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CAD4FF-1A78-B3E0-4366-3C0FA13C1C0C}"/>
              </a:ext>
            </a:extLst>
          </p:cNvPr>
          <p:cNvSpPr/>
          <p:nvPr/>
        </p:nvSpPr>
        <p:spPr>
          <a:xfrm>
            <a:off x="4214261" y="962526"/>
            <a:ext cx="3763478" cy="10780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Parents</a:t>
            </a:r>
            <a:endParaRPr lang="en-IN" sz="2800" b="1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B4687D-F126-9E0F-56CB-5413F47E78B4}"/>
              </a:ext>
            </a:extLst>
          </p:cNvPr>
          <p:cNvCxnSpPr/>
          <p:nvPr/>
        </p:nvCxnSpPr>
        <p:spPr>
          <a:xfrm flipH="1">
            <a:off x="3898231" y="2040555"/>
            <a:ext cx="1453415" cy="126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CDACE3-C700-F53E-C2BF-5FEE7ADA5632}"/>
              </a:ext>
            </a:extLst>
          </p:cNvPr>
          <p:cNvSpPr txBox="1"/>
          <p:nvPr/>
        </p:nvSpPr>
        <p:spPr>
          <a:xfrm>
            <a:off x="3898231" y="2464067"/>
            <a:ext cx="77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Yes</a:t>
            </a:r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D0B416-6A1C-FAFA-522D-31E8001F1D4D}"/>
              </a:ext>
            </a:extLst>
          </p:cNvPr>
          <p:cNvSpPr/>
          <p:nvPr/>
        </p:nvSpPr>
        <p:spPr>
          <a:xfrm>
            <a:off x="3219650" y="3205212"/>
            <a:ext cx="1357162" cy="11742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Cinema</a:t>
            </a:r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E35A2-7438-2E94-29EA-513976D5FE74}"/>
              </a:ext>
            </a:extLst>
          </p:cNvPr>
          <p:cNvCxnSpPr>
            <a:cxnSpLocks/>
          </p:cNvCxnSpPr>
          <p:nvPr/>
        </p:nvCxnSpPr>
        <p:spPr>
          <a:xfrm>
            <a:off x="6432883" y="2040555"/>
            <a:ext cx="774834" cy="1164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9F55C9-E1BE-4292-9AA8-3C6F341C04F7}"/>
              </a:ext>
            </a:extLst>
          </p:cNvPr>
          <p:cNvSpPr txBox="1"/>
          <p:nvPr/>
        </p:nvSpPr>
        <p:spPr>
          <a:xfrm>
            <a:off x="7207717" y="2487145"/>
            <a:ext cx="77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255134-399B-68B5-8E04-873EEB6D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165" y="3429000"/>
            <a:ext cx="3054507" cy="16066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3290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4" ma:contentTypeDescription="Create a new document." ma:contentTypeScope="" ma:versionID="58a4916bdf027143eb5838b6d4e07268">
  <xsd:schema xmlns:xsd="http://www.w3.org/2001/XMLSchema" xmlns:xs="http://www.w3.org/2001/XMLSchema" xmlns:p="http://schemas.microsoft.com/office/2006/metadata/properties" xmlns:ns2="ed62f681-7444-4666-891e-c71d42de2ddf" targetNamespace="http://schemas.microsoft.com/office/2006/metadata/properties" ma:root="true" ma:fieldsID="8a50a076a2945d8a437e79c129885430" ns2:_="">
    <xsd:import namespace="ed62f681-7444-4666-891e-c71d42de2d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3E914F-039C-4F18-AB3A-8616522DE0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5356A8-CA7B-44E6-A88C-7EDD6377DB50}">
  <ds:schemaRefs>
    <ds:schemaRef ds:uri="4aa0681b-567f-4edb-bde6-a4934c96b698"/>
    <ds:schemaRef ds:uri="a01cd2c1-4a25-4534-a971-8c22dcad3c0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E0B7B47-5F3D-450D-9B06-1817D998EEB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Widescreen</PresentationFormat>
  <Paragraphs>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Numerical problem on decision tree using entropy and gain</vt:lpstr>
      <vt:lpstr>ID3 Algorithm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problem on decision tree using GINI INDEX</vt:lpstr>
      <vt:lpstr>Steps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problem on decision tree</dc:title>
  <dc:creator>ARSHIYA LUBNA</dc:creator>
  <cp:lastModifiedBy>Arshiya Lubna-Asst.Prof-SCSE</cp:lastModifiedBy>
  <cp:revision>2</cp:revision>
  <dcterms:created xsi:type="dcterms:W3CDTF">2022-11-22T17:23:26Z</dcterms:created>
  <dcterms:modified xsi:type="dcterms:W3CDTF">2024-10-01T05:02:09Z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  <property fmtid="{D5CDD505-2E9C-101B-9397-08002B2CF9AE}" pid="3" name="MediaServiceImageTags">
    <vt:lpwstr/>
  </property>
</Properties>
</file>